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51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MetricMind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Semantic BI Engine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Hallucination-Free Analytics powered by LLM Agents + Semantic 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194560" cy="0"/>
          </a:xfrm>
          <a:prstGeom prst="line">
            <a:avLst/>
          </a:prstGeom>
          <a:noFill/>
          <a:ln w="25400">
            <a:solidFill>
              <a:srgbClr val="5FBF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Bharath Kumar Goud
</a:t>
            </a:r>
            <a:r>
              <a:rPr lang="en-US" sz="1300" b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r>
              <a:rPr lang="en-US" sz="13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github.com/MBharathKumargoud/MetricMind_axlero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476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Text-to-SQL breaks trust in AI analytics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32320" y="19476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23317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every query through a governed Semantic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364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749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core layers work together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20040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132320" y="3364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7490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used to build MetricMind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7823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1663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build milestones, day by 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617720"/>
            <a:ext cx="5074920" cy="1188720"/>
          </a:xfrm>
          <a:prstGeom prst="roundRect">
            <a:avLst>
              <a:gd name="adj" fmla="val 923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4754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132320" y="47823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51663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enterprise problem this project solves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Text-to-SQL Breaks Trust in AI Analytics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LLM raw access to a data warehouse for Text-to-SQL leads to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joins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metrics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teams.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Finance and Sales calculate "Revenue" differently — so the same question gives two different AI-generated answers.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6035040" cy="173736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cannot trust AI-generated numbers for real business decisions — adoption of agentic BI stalls.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1828800"/>
            <a:ext cx="4572000" cy="3886200"/>
          </a:xfrm>
          <a:prstGeom prst="roundRect">
            <a:avLst>
              <a:gd name="adj" fmla="val 3294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011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Text-to-SQL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514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5146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23960" y="3081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333756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3375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raw SQL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23960" y="3904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4160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41605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(any table, any join)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23960" y="4727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498348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4983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answer per team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Every Query Through a Governed Semantic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letting the LLM write raw SQL, MetricMind routes all queries through a governed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(Cube.dev / dbt)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mathematically defines every business metric once.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acts purely as an orchestrator — translating natural language into semantic API calls, not SQL — guaranteeing every user gets the same governed number.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2821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72821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669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36976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5701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2569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2569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9417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9417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right governed tool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34456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5449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2317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17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165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165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definition per metric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31936" y="4206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951976" y="342900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5FBFB3"/>
          </a:solidFill>
          <a:ln/>
          <a:effectLst>
            <a:outerShdw blurRad="76200" dist="25400" dir="5400000" algn="bl" rotWithShape="0">
              <a:srgbClr val="1F29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20656" y="3657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89136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Answer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89136" y="4846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number, every 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Four Layers, One Source of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221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Tremor / ECharts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20640" y="17830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with rendered charts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4436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3035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640" y="294436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semantic API calls (no raw SQL)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05656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4197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544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/ Cube.dev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410565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every metric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266944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5FBFB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66944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5358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Lakehouse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705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0" y="526694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storage &amp; compute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26700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8313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9926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95360" y="1783080"/>
            <a:ext cx="3017520" cy="4352544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2057400"/>
            <a:ext cx="731520" cy="73152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29" name="Text 27"/>
          <p:cNvSpPr/>
          <p:nvPr/>
        </p:nvSpPr>
        <p:spPr>
          <a:xfrm>
            <a:off x="97383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80" dirty="0"/>
          </a:p>
        </p:txBody>
      </p:sp>
      <p:sp>
        <p:nvSpPr>
          <p:cNvPr id="30" name="Text 28"/>
          <p:cNvSpPr/>
          <p:nvPr/>
        </p:nvSpPr>
        <p:spPr>
          <a:xfrm>
            <a:off x="87782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0" y="3337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writes SQL. It only calls pre-approved, governance-checked metric functions — eliminating hallucinated joins and inconsistent numbers.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54203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+ Tailwind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81635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chat interface (App Router)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33672" y="1828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54203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 / ECharts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81635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charts inside the chat UI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18704" y="1828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2011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19872" y="254203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9872" y="281635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layer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95935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Llama (free tier)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423367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powering the conversational agent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33672" y="32461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429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34840" y="395935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423367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&amp; governed metric models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18704" y="324612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9872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119872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19872" y="3959352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19872" y="4233672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 (METRICMIND_DB)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Log — Week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1783080"/>
            <a:ext cx="0" cy="4069080"/>
          </a:xfrm>
          <a:prstGeom prst="line">
            <a:avLst/>
          </a:prstGeom>
          <a:noFill/>
          <a:ln w="25400">
            <a:solidFill>
              <a:srgbClr val="D3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83080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6733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14600" y="1636776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setup, architecture study, planned data model (Time, Geography dimensions; Revenue, Cost, Margin measures).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59536" y="2624328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514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478024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Next.js chat interface (TypeScript + Tailwind, App Router) — message list + input box, no backend yet.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9536" y="3465576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3558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331927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Snowflake warehouse (METRICMIND_DB), loaded mock sales data. Initialized dbt, built first staging model (stg_sales) with computed margin.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" y="4306824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1970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41605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Semantic Layer in dbt (entities, dimensions, measures). Created governed metrics: total_revenue, total_margin, margin_percentage. Added time-spine model.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9536" y="5148072"/>
            <a:ext cx="292608" cy="292608"/>
          </a:xfrm>
          <a:prstGeom prst="ellipse">
            <a:avLst/>
          </a:prstGeom>
          <a:solidFill>
            <a:srgbClr val="5FBFB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0383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5001768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Governance Audit — confirmed identical results across 3 repeated runs, proving deterministic metric calculation with zero hallucination risk.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Log — Week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645920"/>
          </a:xfrm>
          <a:prstGeom prst="roundRect">
            <a:avLst>
              <a:gd name="adj" fmla="val 7778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2057400" y="1947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57400" y="2295144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LangChain AI agent (free Groq / Llama model). Connected it to Snowflake via 3 pre-approved governed tools — get_total_revenue, get_total_margin, get_margin_percentage. The AI cannot write its own SQL; it can only call these fixed, governance-approved functions.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10881360" cy="1645920"/>
          </a:xfrm>
          <a:prstGeom prst="roundRect">
            <a:avLst>
              <a:gd name="adj" fmla="val 7778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86791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679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340" dirty="0"/>
          </a:p>
        </p:txBody>
      </p:sp>
      <p:sp>
        <p:nvSpPr>
          <p:cNvPr id="12" name="Text 10"/>
          <p:cNvSpPr/>
          <p:nvPr/>
        </p:nvSpPr>
        <p:spPr>
          <a:xfrm>
            <a:off x="2057400" y="37581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57400" y="4105656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an API Check — tested 3 different natural-language phrasings of the same question and confirmed the agent correctly selects the right governed metric tool every time. Findings documented in api_check.md.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404104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0410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reached: a governed, agentic BI pipeline — from natural language question to a trusted, verified metric.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demonstrates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AI-BI integration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real 2026 enterprise pain point: trustworthy agentic analytics vs. hallucination-prone Text-to-SQL.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7380" y="3063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89738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8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sees the exact same metric value — no more Finance vs. Sales disputes.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33672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5582412" y="3063240"/>
            <a:ext cx="731520" cy="73152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2" name="Text 10"/>
          <p:cNvSpPr/>
          <p:nvPr/>
        </p:nvSpPr>
        <p:spPr>
          <a:xfrm>
            <a:off x="5582412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80" dirty="0"/>
          </a:p>
        </p:txBody>
      </p:sp>
      <p:sp>
        <p:nvSpPr>
          <p:cNvPr id="13" name="Text 11"/>
          <p:cNvSpPr/>
          <p:nvPr/>
        </p:nvSpPr>
        <p:spPr>
          <a:xfrm>
            <a:off x="4462272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4389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calls fixed, pre-approved tools — it can never invent a join or a metric.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18704" y="2788920"/>
            <a:ext cx="3429000" cy="2468880"/>
          </a:xfrm>
          <a:prstGeom prst="roundRect">
            <a:avLst>
              <a:gd name="adj" fmla="val 5185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7444" y="3063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267444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80" dirty="0"/>
          </a:p>
        </p:txBody>
      </p:sp>
      <p:sp>
        <p:nvSpPr>
          <p:cNvPr id="18" name="Text 16"/>
          <p:cNvSpPr/>
          <p:nvPr/>
        </p:nvSpPr>
        <p:spPr>
          <a:xfrm>
            <a:off x="8147304" y="3931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Pattern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93024" y="43891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real BI teams are combining LLM agents with semantic layers in 2026.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Metric Coverage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governed measures beyond Revenue, Cost, and Margin.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7178040" y="20391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Visual Answers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Auto-render more chart types in the chat UI via Tremor / ECharts.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60020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handle follow-up questions with context memory.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703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717804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931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which governed tools each user role can call.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MetricMind — Agentic Semantic BI Engine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828800" cy="0"/>
          </a:xfrm>
          <a:prstGeom prst="line">
            <a:avLst/>
          </a:prstGeom>
          <a:noFill/>
          <a:ln w="25400">
            <a:solidFill>
              <a:srgbClr val="5FB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Bharath Kumar Goud
</a:t>
            </a: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github.com/MBharathKumargoud/MetricMind_axlero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Microsoft Office PowerPoint</Application>
  <PresentationFormat>Widescreen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Bharath Goud</cp:lastModifiedBy>
  <cp:revision>1</cp:revision>
  <dcterms:created xsi:type="dcterms:W3CDTF">2026-08-15T18:09:08Z</dcterms:created>
  <dcterms:modified xsi:type="dcterms:W3CDTF">2026-08-15T20:24:09Z</dcterms:modified>
</cp:coreProperties>
</file>